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-100" kern="0" dirty="0">
                <a:solidFill>
                  <a:srgbClr val="E6EDF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How Machine Learning Is Changing Healthcare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Deep learning models now detect cancer earlier than radiologists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0" y="3840480"/>
            <a:ext cx="36576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-50" kern="0" dirty="0">
                <a:solidFill>
                  <a:srgbClr val="E6EDF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Why Healthcare Needs ML Now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 healthcare spending hit $4.5 trillion with diminishing outcomes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Clinical data doubles every 73 days overwhelming human review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Physician burnout reaches 63% driven by documentation burden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Legacy rule engines fail to capture multimodal patient complexity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transforms reactive sick-care into proactive health optimization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3474720" cy="27432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-50" kern="0" dirty="0">
                <a:solidFill>
                  <a:srgbClr val="E6EDF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Traditional vs. ML-Driven Workflows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Rule-based CDS triggers alerts on hardcoded thresholds only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ML models ingest continuous streams: vitals, notes, wearables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Static protocols ignore patient trajectory and comorbidity interactions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Adaptive models update weights from deployment feedback loops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Human-in-the-loop design preserves clinician autonomy and trust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3474720" cy="27432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-50" kern="0" dirty="0">
                <a:solidFill>
                  <a:srgbClr val="E6EDF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 Applications: Imaging, Genomics, Ops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CNNs achieve radiologist-level AUC on chest X-ray triage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Transformer architectures predict therapy response from RNA-seq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RL agents reduce OR scheduling delays by 27% in trials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 neural networks model drug-protein interactions at scale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Edge deployment brings inference to portable ultrasound devices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3474720" cy="27432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-50" kern="0" dirty="0">
                <a:solidFill>
                  <a:srgbClr val="E6EDF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Measurable Impact By The Numbers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 deployments show consistent double-digit gains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Radiology AI reduces missed nodules by 47% in screening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Hospital-at-home programs cut costs 38% with ML triage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monitoring catches drift before clinical harm occurs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1945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8BDF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47% fewer missed nodules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 accuracy improvement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1945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011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8BDF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38% lower episode spend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reduction in acute care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194560" cy="0"/>
          </a:xfrm>
          <a:prstGeom prst="line">
            <a:avLst/>
          </a:prstGeom>
          <a:noFill/>
          <a:ln w="635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0116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8BDF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31% less documentation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3504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Clinician time savings</a:t>
            </a:r>
            <a:endParaRPr lang="en-US" sz="1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3474720" cy="2743200"/>
          </a:xfrm>
          <a:prstGeom prst="ellipse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4672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-50" kern="0" dirty="0">
                <a:solidFill>
                  <a:srgbClr val="E6EDF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Real-World Challenges: Data, Bias, Regulation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FHIR APIs still leave 60% of clinical notes in unstructured text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Training data underrepresents minorities causing 15% AUC gaps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FDA SaMD pathway requires locked algorithms vs continuous learning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cards and datasheets become mandatory for audit trails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Explainability requirements differ across clinical specialties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3474720" cy="27432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E6EDF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model that saves lives isn't the one with the highest AUC — it's the one the night-shift nurse trusts enough to act on at 3 AM.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Dr. Priya Natarajan, MD/PhD — Clinical AI Lead, Academic Medical Center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94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spc="-50" kern="0" dirty="0">
                <a:solidFill>
                  <a:srgbClr val="E6EDF3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Getting Started: Your ML Healthcare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on FHIR-native data lakes with de-identification pipelines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Adopt MLflow + Great Expectations for reproducible model lineage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 Predetermined Change Control Plans for FDA readiness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human-in-the-loop UIs with clinician co-design sprints</a:t>
            </a:r>
            <a:endParaRPr lang="en-US" sz="1200" dirty="0"/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sz="1200" dirty="0">
                <a:solidFill>
                  <a:srgbClr val="8B949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Establish model monitoring: drift, fairness, clinical outcome tracking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97280"/>
            <a:ext cx="3474720" cy="27432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Machine Learning Is Changing Healthcare</dc:title>
  <dc:subject>PptxGenJS Presentation</dc:subject>
  <dc:creator>FreePresentation</dc:creator>
  <cp:lastModifiedBy>FreePresentation</cp:lastModifiedBy>
  <cp:revision>1</cp:revision>
  <dcterms:created xsi:type="dcterms:W3CDTF">2026-10-28T16:09:38Z</dcterms:created>
  <dcterms:modified xsi:type="dcterms:W3CDTF">2026-10-28T16:09:38Z</dcterms:modified>
</cp:coreProperties>
</file>